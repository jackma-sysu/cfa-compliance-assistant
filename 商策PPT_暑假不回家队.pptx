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D4AF37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0BED4"/>
                </a:solidFill>
                <a:latin typeface="微软雅黑"/>
              </a:rPr>
              <a:t>暑假不回家队</a:t>
            </a:r>
            <a:br/>
            <a: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主题解读：为什么选「合规」场景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AI 正从「辅助分析工具」向「智能执行 Agent」范式跃迁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投资靠判断 · 风控靠数据 · 合规靠规则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CFA 准则 22 条子条款是可结构化、可枚举的规则集合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合规场景最适合 Agent 落地：规则解析、制度比对、异常识别、报告生成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愿景：构建安全、可靠、可解释、可落地的合规智能体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判断门槛高：准则表述开放，一线员工判断因人、因时而异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披露义务易遗漏：不知道该不该披露、向谁披露、披露什么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申报与留痕割裂：传统工具只提示风险，不执行申报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数据佐证：230 题库中准则应用指南占 64.3%，错题集中在客户/雇主责任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结论：员工不是不想合规，而是缺少可执行的决策工具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员工用一句话描述行为 → Agent 自动识别准则、评估风险、执行申报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产品形态：PWA 三视图（自检 / 准则速查 / 历史）+ 申报与自证弹窗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不是问答机器人，而是能替你干活的 Agent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支持语音输入、离线可用、多端适配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自主感知 → 意图识别（关键词 + 正则 + 语义三级）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分析决策 → 风险评级 + 22 子条款匹配 + RAG 案例检索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任务执行 → 生成申报单 + 一键发邮件 + 自证声明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持续优化 → 增量知识库 + 结果缓存 + 行为留痕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四大能力一个不落，且全部真实可运行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输入 → 意图分类 → 向量检索 Top-5 → 结构化输出 → 任务执行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技术栈：FastAPI + ChromaDB + RAG + PWA + SMTP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关键决策一：RAG 约束而非裸 LLM（案例为依据，抑制幻觉）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关键决策二：规则引擎兜底（没网、没 API 也能用）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关键决策三：离线优先（数据不出本机，安全可落地）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输入：客户送我去打高尔夫，还承担我出差的机票和酒店费用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① 高风险判定 + 红色风险拦截 + 准则匹配（I(B)/IV(B)/VI(A)）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② 引用题库类似案例（M3-Q30 会议差旅招待）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③ 生成带唯一编号的申报单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④ 一键发送邮件 → 合规部门邮箱实时收到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（现场投屏演示 / 播放录屏视频）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数据基础：权威、规范、可追溯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230 道 CFA 一级道德题库（中英对照，含答案解析）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22 条子条款全覆盖 · 8 类行为 · 161 个合规案例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数据工程：PDF → 结构化字段（题号/准则/情景/标签/风险/动作）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风险等级由准则映射 + 案例加权综合判定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实证结果：测得过、跑得稳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29 项自动化测试全部通过（分类器 / RAG / API）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收礼招待 → I(B)/IV(B)/VI(A)，引用 M3-Q30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额外报酬 → IV(B)/VI(C)，引用 M3-Q12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无关输入 → 正确返回 uncertain，不误报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模型幻觉 → RAG 约束 + 温度 0.3 + 规则引擎兜底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数据安全 → 离线优先，数据不出本机 + 私有化部署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可解释性 → 每个结论附带准则条款与题库案例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权限管理 → 申报留痕、编号可追溯、审批流可扩展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责任边界 → 辅助决策定位，高风险强制人工确认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三层产品：个人免费 / 团队订阅 / 定制私有化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四阶段落地：MVP → 机构试点 → 扩域（软美元/GIPS/反洗钱）→ 规模化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创新点与结论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创新一：Agent 范式下沉到个人合规行为辅助（而非传统问答）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创新二：规则驱动 + 案例引用，保证可解释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创新三：离线优先架构，保证安全可落地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结论：把抽象道德准则，变成可执行的合规闭环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团队分工 · 感谢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韩天翼（队长）：项目统筹 + 产品/架构设计 + 核心研发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彭德东：数据工程 + 行业调研 + 实证分析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禹夏航：系统测试 + 演示材料 + 现场支持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