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 30 秒】</a:t>
            </a:r>
          </a:p>
          <a:p>
            <a:r>
              <a:t>语气：自信、平稳。</a:t>
            </a:r>
          </a:p>
          <a:p>
            <a:r>
              <a:t>先报队名和题目，一句话点题：'我们把 CFA 道德准则，变成一线员工随开随用的合规 Agent。'</a:t>
            </a:r>
          </a:p>
          <a:p>
            <a:r>
              <a:t>强调'Agent'这个词——这是本次大赛主题的关键词，第一句就要让评委记住你是紧扣主题的。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这页是总纲，先把三个亮点亮出来，后面逐页展开。</a:t>
            </a:r>
          </a:p>
          <a:p>
            <a:r>
              <a:t>讲法：'我们的核心，是把合规从「提建议」变成「替办事」。'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</a:t>
            </a:r>
          </a:p>
          <a:p>
            <a:r>
              <a:t>这是故事性最强的一页，讲得生动一点。</a:t>
            </a:r>
          </a:p>
          <a:p>
            <a:r>
              <a:t>讲法：'我们做 230 道题时发现，错的不是背准则，是不知道怎么套场景——这背后是个真问题。'</a:t>
            </a:r>
          </a:p>
          <a:p>
            <a:r>
              <a:t>把一个'备考点'升华为'行业痛点'，是这页的目的，体现'灵感真实、接地气'。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</a:t>
            </a:r>
          </a:p>
          <a:p>
            <a:r>
              <a:t>这页直接回应评委'你们切题吗'的疑问，主动把话说在前面。</a:t>
            </a:r>
          </a:p>
          <a:p>
            <a:r>
              <a:t>讲法：'赛道给了场景、能力、标准三把尺子，我们用这三把尺子量自己，每一把都对得上。'</a:t>
            </a:r>
          </a:p>
          <a:p>
            <a:r>
              <a:t>评委可能追问，提前把三层对应背熟。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把痛点讲具体，让评委有画面感。</a:t>
            </a:r>
          </a:p>
          <a:p>
            <a:r>
              <a:t>讲法：'员工不是不想合规，是面对抽象准则，不知道该不该、向谁、披露什么。'</a:t>
            </a:r>
          </a:p>
          <a:p>
            <a:r>
              <a:t>最后一句点出：'所以我们要做的不只是提示，更是帮他办成。'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介绍产品形态，点到为止，细节留给演示页。</a:t>
            </a:r>
          </a:p>
          <a:p>
            <a:r>
              <a:t>讲法：'它长这样——一个随开随用的网页应用，手机电脑都能用，断网也能用。'</a:t>
            </a:r>
          </a:p>
          <a:p>
            <a:r>
              <a:t>为后面的现场演示做铺垫。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秒】★核心页，务必讲透</a:t>
            </a:r>
          </a:p>
          <a:p>
            <a:r>
              <a:t>这页是'切题'最硬的证据。讲法：'赛道要求 Agent 四大能力，我们一个不落——感知、决策、执行、优化，而且全部真实可运行，不是 PPT 概念。'</a:t>
            </a:r>
          </a:p>
          <a:p>
            <a:r>
              <a:t>每讲一个能力，可以稍停一下，让评委看到对应关系。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讲清 Agent 的'价值升维'。</a:t>
            </a:r>
          </a:p>
          <a:p>
            <a:r>
              <a:t>讲法：'关键在最后一环——任务执行。一般的 AI 只给建议，我们的 Agent 替你把申报发出去、把留痕存下来。这一步，就是从工具到 Agent 的本质。'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</a:t>
            </a:r>
          </a:p>
          <a:p>
            <a:r>
              <a:t>技术页不要念技术名词，要讲'为什么这么选'。</a:t>
            </a:r>
          </a:p>
          <a:p>
            <a:r>
              <a:t>讲法：'我们不裸用大模型，而是用 RAG 让每个结论都有案例兜底；再加规则引擎，没网也能跑。这些设计，都是冲着「安全、可解释、可落地」去的。'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【90 秒】★记忆点页，全场最值得花时间</a:t>
            </a:r>
          </a:p>
          <a:p>
            <a:r>
              <a:t>讲法：边操作边讲，节奏放慢。</a:t>
            </a:r>
          </a:p>
          <a:p>
            <a:r>
              <a:t>'大家看，输入这句话，系统立刻给出高风险和拦截，还引用了题库案例；点前往申报，自动生成带编号的申报单；点一键发送，邮件直接到合规部邮箱。'</a:t>
            </a:r>
          </a:p>
          <a:p>
            <a:r>
              <a:t>最后展示邮箱实时收到，强调'这就是从识别到行动的完整闭环'。</a:t>
            </a:r>
          </a:p>
          <a:p>
            <a:r>
              <a:t>若现场网络不稳，立即切到提前录好的视频，保证不冷场。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用数据证明'做得出来、测得过'。</a:t>
            </a:r>
          </a:p>
          <a:p>
            <a:r>
              <a:t>讲法：'数据来源权威、处理规范，而且 29 项测试全过，边界情况也不会误报。'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【60 秒】★关键页，评委必问</a:t>
            </a:r>
          </a:p>
          <a:p>
            <a:r>
              <a:t>讲法：'赛道提了五大挑战，我们不是回避，是每一个都有工程实现。'</a:t>
            </a:r>
          </a:p>
          <a:p>
            <a:r>
              <a:t>逐条念，念完补一句：'这些不是纸面承诺，是已经在系统里落地的东西。'</a:t>
            </a:r>
          </a:p>
          <a:p>
            <a:r>
              <a:t>这页要和第六章的问答准备对上，评委追问时从这里展开。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【50 秒】</a:t>
            </a:r>
          </a:p>
          <a:p>
            <a:r>
              <a:t>这页呼应'持续优化'能力，也体现真实投入。</a:t>
            </a:r>
          </a:p>
          <a:p>
            <a:r>
              <a:t>讲法：'我们没有一步到位，而是经历了六次迭代，第四步是关键的质变——加上任务执行，它才真正从一个工具变成 Agent。'</a:t>
            </a:r>
          </a:p>
          <a:p>
            <a:r>
              <a:t>可点一句：'持续优化不是口号，是我们实际走过的路。'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【45 秒】</a:t>
            </a:r>
          </a:p>
          <a:p>
            <a:r>
              <a:t>展示方案的想象空间和可复制性。</a:t>
            </a:r>
          </a:p>
          <a:p>
            <a:r>
              <a:t>讲法：'它不止解决 CFA 合规，这套「规则驱动+案例约束+任务执行」的方法论，可以复制到更广的合规域，甚至投资和风控场景。'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【35 秒】</a:t>
            </a:r>
          </a:p>
          <a:p>
            <a:r>
              <a:t>简略带过，不要展开太多，时间留给演示和挑战应对。</a:t>
            </a:r>
          </a:p>
          <a:p>
            <a:r>
              <a:t>讲法：'商业模式上分三层，从免费引流到企业订阅和私有化部署。'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</a:t>
            </a:r>
          </a:p>
          <a:p>
            <a:r>
              <a:t>收尾三连：创新点 → 团队 → 感谢。</a:t>
            </a:r>
          </a:p>
          <a:p>
            <a:r>
              <a:t>讲法：'我们的创新在于，把 Agent 从机构级下沉到个人合规辅助，用规则驱动保证可解释，用离线架构保证可落地。以上是暑假不回家队的汇报，感谢评委，欢迎提问。'</a:t>
            </a:r>
          </a:p>
          <a:p>
            <a:r>
              <a:t>说完站在原地等提问，不要急着下台。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08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微软雅黑"/>
              </a:rPr>
              <a:t>合规智盾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D4AF37"/>
                </a:solidFill>
                <a:latin typeface="微软雅黑"/>
              </a:rPr>
              <a:t>基于 AI Agent 的金融合规智能自检与申报系统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0BED4"/>
                </a:solidFill>
                <a:latin typeface="微软雅黑"/>
              </a:rPr>
              <a:t>暑假不回家队</a:t>
            </a:r>
            <a:br/>
            <a:r>
              <a:t>国元证券 · CFA 商业策划大赛 B 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执行摘要：一句话 + 三个亮点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一句话：员工用一句话描述行为 → Agent 自动识别准则、评估风险、执行申报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亮点一：不是问答工具，而是能「执行任务」的 Agent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亮点二：RAG 约束，每个结论都有题库案例依据（可解释）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亮点三：离线优先 + 邮件触达，真正可落地（安全）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灵感来源：从一道题想到一个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备考 CFA 道德时的真实观察：错题不在「记不住条文」，而在「具体场景如何对号入座」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核心洞察：道德合规的难点不是「知识」，而是「判断」与「行动」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结合大赛主题：AI 从「回答问题」跃迁为「执行任务」，恰好补上合规缺失的一环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于是：把 CFA 准则，变成一个能替你「做完该做的」的 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切题程度：三层严格对应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场景对应：三大场景选「合规」→ 规则解析/制度比对/异常识别/报告生成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能力对应：自主感知/分析决策/任务执行/持续优化，逐条落地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标准对应：准确性/可解释性/安全性/落地能力，逐条满足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结论：方案始终紧扣主题，不跑题、可衡量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合规管理的三大痛点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判断门槛高：准则表述开放，一线员工判断因人、因时而异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披露义务易遗漏：不知道该不该披露、向谁披露、披露什么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申报与留痕割裂：传统工具只提示风险，不执行申报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数据佐证：230 题库中准则应用指南占 64.3%，错题集中在客户/雇主责任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方案概述：一个能「执行」的合规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员工用一句话描述行为 → Agent 自动识别准则、评估风险、执行申报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产品形态：PWA 三视图（自检 / 准则速查 / 历史）+ 申报与自证弹窗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支持语音输入、离线可用、多端适配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关键定位：不是问答机器人，而是能替你干活的 Agent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Agent 四大核心能力 · 逐一落地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自主感知 → 意图识别（关键词 + 正则 + 语义三级）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分析决策 → 风险评级 + 22 子条款匹配 + RAG 案例检索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任务执行 → 生成申报单 + 一键发邮件 + 自证声明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A44"/>
                </a:solidFill>
                <a:latin typeface="微软雅黑"/>
              </a:rPr>
              <a:t>• 持续优化 → 增量知识库 + 结果缓存 + 行为留痕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四大能力一个不落，且全部真实可运行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Agent 起到了什么作用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对员工：从「凭感觉」到「有依据」，一句话换来判断+清单+申报单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对合规部门：从「被动审查」到「主动申报+留痕可查」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对机构：合规知识沉淀为统一底座，降本增效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对行业：证明「规则驱动+案例约束+任务执行」范式可行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技术架构：RAG 约束，结论有据可依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输入 → 意图分类 → 向量检索 Top-5 → 结构化输出 → 任务执行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技术栈：FastAPI + ChromaDB + RAG + PWA + SMTP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决策一：RAG 约束而非裸 LLM（案例为依据，抑制幻觉）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决策二：规则引擎兜底（没网、没 API 也能用）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决策三：离线优先（数据不出本机，安全可落地）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现场演示：从识别到邮件触达的闭环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输入：客户送我去打高尔夫，还承担我出差的机票和酒店费用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① 高风险判定 + 红色风险拦截 + 准则匹配（I(B)/IV(B)/VI(A)）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② 引用题库类似案例（M3-Q30 会议差旅招待）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③ 生成带唯一编号的申报单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④ 一键发送邮件 → 合规部门邮箱实时收到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（现场投屏演示 / 播放录屏视频）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数据基础与实证结果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230 道 CFA 题库 · 22 子条款全覆盖 · 8 类行为 · 161 合规案例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29 项自动化测试全部通过（分类器 / RAG / API）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收礼招待 → I(B)/IV(B)/VI(A)，引用 M3-Q30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额外报酬 → IV(B)/VI(C)，引用 M3-Q12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6B7280"/>
                </a:solidFill>
                <a:latin typeface="微软雅黑"/>
              </a:rPr>
              <a:t>– 无关输入 → 正确返回 uncertain，不误报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五大挑战 · 逐一工程化应对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模型幻觉 → RAG 约束 + 温度 0.3 + 规则引擎兜底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数据安全 → 离线优先，数据不出本机 + 私有化部署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可解释性 → 每个结论附带准则条款与题库案例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权限管理 → 申报留痕、编号可追溯、审批流可扩展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责任边界 → 辅助决策定位，高风险强制人工确认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改进过程：从工具到 Agent 的六次迭代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① 数据筑基：230 题结构化，建知识底座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② 感知决策：8 类意图分类 + 风险评级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③ 可解释：引入 RAG 案例检索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④ 关键跃迁：加入任务执行（申报+发邮件），变成 Agent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⑤ 完善闭环：风险拦截 + 合规自证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⑥ 落地优化：邮件改国内 SMTP + 界面优化 + 演示方案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使用价值与可推广性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使用价值：员工降风险 · 合规部降成本 · 机构建文化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横向：CFA 准则 → 软美元 / GIPS / 反洗钱等更广合规域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纵向：同一架构复用于投资研究、风险管理场景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多智能体：自检 / 申报 / 审查 / 审计 Agent 协同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跨行业：医药、法律、证券等强监管行业可复用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商业模式与落地路径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三层产品：个人免费 / 团队订阅 / 定制私有化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四阶段落地：MVP → 机构试点 → 扩域 → 规模化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收入来源：企业订阅 + 私有化授权 + 内容授权 + 培训增值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1A33"/>
                </a:solidFill>
                <a:latin typeface="微软雅黑"/>
              </a:rPr>
              <a:t>创新点 · 团队 · 感谢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创新一：Agent 范式下沉到个人合规行为辅助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创新二：规则驱动 + 案例引用，保证可解释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创新三：离线优先，保证安全可落地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韩天翼（队长）：统筹+架构+核心研发 ｜ 彭德东：数据+调研 ｜ 禹夏航：测试+展示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A44"/>
                </a:solidFill>
                <a:latin typeface="微软雅黑"/>
              </a:rPr>
              <a:t>• 感谢各位评委老师，欢迎提问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